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Nội dung lấy từ trang 5_Slide lãnh đạo (B4:B8) của Nhom_CS13.xlsx.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 lộ trình AI — RaViện: trợ lý soạn nháp tóm tắt ra viện</a:t>
            </a:r>
            <a:endParaRPr lang="en-US" sz="3000" dirty="0"/>
          </a:p>
        </p:txBody>
      </p:sp>
      <p:sp>
        <p:nvSpPr>
          <p:cNvPr id="3" name="Kết luận nền"/>
          <p:cNvSpPr/>
          <p:nvPr/>
        </p:nvSpPr>
        <p:spPr>
          <a:xfrm>
            <a:off x="457200" y="105156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B3C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1732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mở rộng RaViện: trước hết sửa lỗi insulin và chạy lại bộ 45 ca đến khi 0 lỗi nghiêm trọng, rồi thử nghiệm 3 tháng ở 1 khoa nội với bác sĩ đọc và ký 100%. Chỉ mở rộng nếu qua cổng.</a:t>
            </a:r>
            <a:endParaRPr lang="en-US" sz="1800" dirty="0"/>
          </a:p>
        </p:txBody>
      </p:sp>
      <p:sp>
        <p:nvSpPr>
          <p:cNvPr id="6" name="Thẻ 3 VIỆC CHÍNH"/>
          <p:cNvSpPr/>
          <p:nvPr/>
        </p:nvSpPr>
        <p:spPr>
          <a:xfrm>
            <a:off x="457200" y="2331720"/>
            <a:ext cx="55595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2E5"/>
            </a:solidFill>
            <a:prstDash val="solid"/>
          </a:ln>
        </p:spPr>
      </p:sp>
      <p:sp>
        <p:nvSpPr>
          <p:cNvPr id="7" name="Chấm 3 VIỆC CHÍNH"/>
          <p:cNvSpPr/>
          <p:nvPr/>
        </p:nvSpPr>
        <p:spPr>
          <a:xfrm>
            <a:off x="640080" y="2487168"/>
            <a:ext cx="237744" cy="237744"/>
          </a:xfrm>
          <a:prstGeom prst="ellipse">
            <a:avLst/>
          </a:prstGeom>
          <a:solidFill>
            <a:srgbClr val="1B8A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24414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VIỆC CHÍNH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Sửa lỗi insulin, thêm 5 ca, chạy lại bộ đề.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Đối chiếu thuốc ra viện với y lệnh cuối, dược sĩ kiểm.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Soạn nháp diễn biến và chẩn đoán cho 1 khoa.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Chờ: lời dặn, chuyển khoa, mâu thuẫn. Không làm: mã hoá bệnh.</a:t>
            </a:r>
            <a:endParaRPr lang="en-US" sz="1600" dirty="0"/>
          </a:p>
        </p:txBody>
      </p:sp>
      <p:sp>
        <p:nvSpPr>
          <p:cNvPr id="10" name="Thẻ CẦN GÌ"/>
          <p:cNvSpPr/>
          <p:nvPr/>
        </p:nvSpPr>
        <p:spPr>
          <a:xfrm>
            <a:off x="6172200" y="2331720"/>
            <a:ext cx="55595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2E5"/>
            </a:solidFill>
            <a:prstDash val="solid"/>
          </a:ln>
        </p:spPr>
      </p:sp>
      <p:sp>
        <p:nvSpPr>
          <p:cNvPr id="11" name="Chấm CẦN GÌ"/>
          <p:cNvSpPr/>
          <p:nvPr/>
        </p:nvSpPr>
        <p:spPr>
          <a:xfrm>
            <a:off x="6355080" y="2487168"/>
            <a:ext cx="237744" cy="237744"/>
          </a:xfrm>
          <a:prstGeom prst="ellipse">
            <a:avLst/>
          </a:prstGeom>
          <a:solidFill>
            <a:srgbClr val="1B8A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02552" y="24414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GÌ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3464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DS. Hải chấm phần thuốc, BS. Phương duyệt; khoảng 23 giờ chuyên gia để chạy lại 45 ca; 1 kỹ sư sửa lỗi; 1 khoa nội thử nghiệm khoảng 1.200 bản mỗi tháng; hồ sơ ẩn danh, y lệnh cuối, hạ tầng trong bệnh viện.</a:t>
            </a:r>
            <a:endParaRPr lang="en-US" sz="1600" dirty="0"/>
          </a:p>
        </p:txBody>
      </p:sp>
      <p:sp>
        <p:nvSpPr>
          <p:cNvPr id="14" name="Thẻ RỦI RO LỚN NHẤT &amp; CÁCH XỬ LÝ"/>
          <p:cNvSpPr/>
          <p:nvPr/>
        </p:nvSpPr>
        <p:spPr>
          <a:xfrm>
            <a:off x="457200" y="4526280"/>
            <a:ext cx="55595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2E5"/>
            </a:solidFill>
            <a:prstDash val="solid"/>
          </a:ln>
        </p:spPr>
      </p:sp>
      <p:sp>
        <p:nvSpPr>
          <p:cNvPr id="15" name="Chấm RỦI RO LỚN NHẤT &amp; CÁCH XỬ LÝ"/>
          <p:cNvSpPr/>
          <p:nvPr/>
        </p:nvSpPr>
        <p:spPr>
          <a:xfrm>
            <a:off x="640080" y="4681728"/>
            <a:ext cx="237744" cy="23774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6360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LỚN NHẤT &amp; CÁCH XỬ LÝ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thuốc lọt đến người bệnh hoặc bác sĩ phải sửa nhiều. Xử lý: bác sĩ ký 100%, máy không tự gửi, dược sĩ kiểm thuốc. Dừng nếu sửa nhiều trên 30% hoặc có 1 lỗi thuốc lọt. Biên gộp chỉ đạt 60,7% khi dược sĩ duyệt 10%.</a:t>
            </a:r>
            <a:endParaRPr lang="en-US" sz="1600" dirty="0"/>
          </a:p>
        </p:txBody>
      </p:sp>
      <p:sp>
        <p:nvSpPr>
          <p:cNvPr id="18" name="Thẻ KHI NÀO XEM LẠI"/>
          <p:cNvSpPr/>
          <p:nvPr/>
        </p:nvSpPr>
        <p:spPr>
          <a:xfrm>
            <a:off x="6172200" y="4526280"/>
            <a:ext cx="55595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2E5"/>
            </a:solidFill>
            <a:prstDash val="solid"/>
          </a:ln>
        </p:spPr>
      </p:sp>
      <p:sp>
        <p:nvSpPr>
          <p:cNvPr id="19" name="Chấm KHI NÀO XEM LẠI"/>
          <p:cNvSpPr/>
          <p:nvPr/>
        </p:nvSpPr>
        <p:spPr>
          <a:xfrm>
            <a:off x="6355080" y="4681728"/>
            <a:ext cx="237744" cy="237744"/>
          </a:xfrm>
          <a:prstGeom prst="ellipse">
            <a:avLst/>
          </a:prstGeom>
          <a:solidFill>
            <a:srgbClr val="1B8A8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02552" y="46360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XEM LẠI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502920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30, 60, 90 của thử nghiệm; quyết định mở rộng hết tháng 3 thử nghiệm. Nếu bệnh viện ký chậm 6 tháng thì hết tiền ở tháng 9, nên chốt hợp đồng ngay khi qua cổng. Xem lại ngay khi có mô hình, giá hoặc quy định mới.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xuất lộ trình AI — RaViện</dc:title>
  <dc:subject>PptxGenJS Presentation</dc:subject>
  <dc:creator>PptxGenJS</dc:creator>
  <cp:lastModifiedBy>PptxGenJS</cp:lastModifiedBy>
  <cp:revision>1</cp:revision>
  <dcterms:created xsi:type="dcterms:W3CDTF">2026-10-16T09:56:30Z</dcterms:created>
  <dcterms:modified xsi:type="dcterms:W3CDTF">2026-10-16T09:56:30Z</dcterms:modified>
</cp:coreProperties>
</file>